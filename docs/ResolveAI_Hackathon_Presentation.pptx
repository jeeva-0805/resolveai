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932688"/>
            <a:ext cx="1051560" cy="1051560"/>
          </a:xfrm>
          <a:prstGeom prst="roundRect">
            <a:avLst/>
          </a:prstGeom>
          <a:solidFill>
            <a:srgbClr val="3B82F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8FAFC"/>
                </a:solidFill>
                <a:latin typeface="Aptos"/>
              </a:rPr>
              <a:t>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5960" y="1005840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ptos"/>
              </a:rPr>
              <a:t>RESOLVEAI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3392" y="178308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Aptos"/>
              </a:rPr>
              <a:t>Autonomous Customer Resolution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3392" y="2377440"/>
            <a:ext cx="8686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Aptos"/>
              </a:rPr>
              <a:t>From customer complaint to verified resolution — autonomously.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3246120"/>
            <a:ext cx="1325880" cy="566928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OBSERVE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93591" y="3246120"/>
            <a:ext cx="1554480" cy="566928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INVESTIGATE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22392" y="3246120"/>
            <a:ext cx="1188720" cy="566928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DECIDE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85432" y="3246120"/>
            <a:ext cx="914400" cy="566928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3246120"/>
            <a:ext cx="1097280" cy="566928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45752" y="3246120"/>
            <a:ext cx="1051560" cy="566928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ADAPT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4251960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AI • Tools • Policy • Real Actions •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Customer support is reactive, fragmented, and difficult to automate end-to-end.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5166360" cy="160020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19072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Manual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212848"/>
            <a:ext cx="3931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Agents jump between customer, order, policy and inventory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66360" cy="160020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19072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Slow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212848"/>
            <a:ext cx="3931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Each decision can require multiple checks and handoffs.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20439"/>
            <a:ext cx="5166360" cy="160020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685031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Failed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78807"/>
            <a:ext cx="3931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requested resolution may become impossible after investigation.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20439"/>
            <a:ext cx="5166360" cy="160020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703320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685031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Weak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78807"/>
            <a:ext cx="3931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system should confirm that the final action actually succeeded.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Key gap: most systems assist the human — they do not own the complete resolution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Our Solution — ResolveAI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 tool-using AI agent that investigates, acts, verifies, and adapts.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0515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Customer
Issue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2816352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28800" y="2331720"/>
            <a:ext cx="10515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Observe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816352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2331720"/>
            <a:ext cx="10515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Investigate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97679" y="2816352"/>
            <a:ext cx="502921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00600" y="2331720"/>
            <a:ext cx="10515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Decide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0" y="2816352"/>
            <a:ext cx="41148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2331720"/>
            <a:ext cx="10515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816352"/>
            <a:ext cx="41147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26679" y="2331720"/>
            <a:ext cx="10515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Verify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0" y="2816352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331720"/>
            <a:ext cx="10515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Adapt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95560" y="2816352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61320" y="2331720"/>
            <a:ext cx="10515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Resolved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69080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ResolveAI doesn't just recommend an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72000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It executes the resolution and verifies the real outcome.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Frontend → API → AI agent → tools → resolution →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1828800" cy="82296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NEXT.JS
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2286000"/>
            <a:ext cx="1600200" cy="82296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FASTAPI
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286000"/>
            <a:ext cx="2011680" cy="82296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GEMINI
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286000"/>
            <a:ext cx="1874519" cy="82296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DECISION
ENGINE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69748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80560" y="269748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49440" y="2697480"/>
            <a:ext cx="187452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3886200"/>
            <a:ext cx="1051560" cy="64008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Customer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187952" y="3108960"/>
            <a:ext cx="1755648" cy="7772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92040" y="3886200"/>
            <a:ext cx="1051560" cy="64008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Order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422392" y="3108960"/>
            <a:ext cx="521208" cy="7772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80" y="3886200"/>
            <a:ext cx="1051560" cy="64008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Policy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108960"/>
            <a:ext cx="713232" cy="7772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3886200"/>
            <a:ext cx="1051560" cy="64008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Inventory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3108960"/>
            <a:ext cx="1947672" cy="7772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23960" y="3886200"/>
            <a:ext cx="914400" cy="64008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REPLACE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3886200"/>
            <a:ext cx="914400" cy="64008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REFUND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9281160" y="3108960"/>
            <a:ext cx="228600" cy="7772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66960" y="3108960"/>
            <a:ext cx="502920" cy="77724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846320" y="5257800"/>
            <a:ext cx="2057400" cy="68580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5257800"/>
            <a:ext cx="2057400" cy="68580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ADAPT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852160" y="4526280"/>
            <a:ext cx="342900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595360" y="4526280"/>
            <a:ext cx="187452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Agentic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The agent follows a closed-loop resolution process.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383280" cy="16459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719072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719072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Understand the customer's goal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83280" cy="16459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1719072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19072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Retrieve customer, order, policy &amp; inventory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383280" cy="16459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1719072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719072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24028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Select a valid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3383280" cy="16459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822191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822191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Execute the chosen 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657600"/>
            <a:ext cx="3383280" cy="16459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3822191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822191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3434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Confirm the action actually succeeded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657600"/>
            <a:ext cx="3383280" cy="16459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822191"/>
            <a:ext cx="50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ACC15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822191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Adapt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343400"/>
            <a:ext cx="2926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Recover when the original plan fails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Live Demo — Failure → Adaptation →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 damaged laptop request demonstrates autonomous recovery.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74320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Customer requests
replacement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37560" y="1993392"/>
            <a:ext cx="5029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40480" y="1508760"/>
            <a:ext cx="205740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Inventory
= 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97880" y="1993392"/>
            <a:ext cx="5029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508760"/>
            <a:ext cx="201168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Replacement
fails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1993392"/>
            <a:ext cx="5029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15400" y="1508760"/>
            <a:ext cx="228600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ADAPT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3246120"/>
            <a:ext cx="228600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Refund allowed
by 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0" y="2468880"/>
            <a:ext cx="0" cy="777240"/>
          </a:xfrm>
          <a:prstGeom prst="line">
            <a:avLst/>
          </a:prstGeom>
          <a:ln w="2540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15000" y="3246120"/>
            <a:ext cx="242316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Refund executed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138160" y="3730752"/>
            <a:ext cx="777240" cy="0"/>
          </a:xfrm>
          <a:prstGeom prst="line">
            <a:avLst/>
          </a:prstGeom>
          <a:ln w="254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43200" y="3246120"/>
            <a:ext cx="2148840" cy="96012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Verified ✓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92040" y="3730752"/>
            <a:ext cx="822960" cy="0"/>
          </a:xfrm>
          <a:prstGeom prst="line">
            <a:avLst/>
          </a:prstGeom>
          <a:ln w="254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0" y="4892040"/>
            <a:ext cx="6766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ORD1001 • Laptop X • ₹65,000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486400"/>
            <a:ext cx="8412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The agent does not stop when the first plan fails.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Built as a practical AI-agent system rather than a static chatbot.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11680" cy="283464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7373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Next.js
TypeScript
Tailwind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2011680" cy="283464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799" y="2057400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799" y="2697480"/>
            <a:ext cx="17373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FastAPI
Python
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2011680" cy="283464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057400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97480"/>
            <a:ext cx="17373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Google Gemini
Tool calling
Agent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2011680" cy="283464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057400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4ADE80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697480"/>
            <a:ext cx="17373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Customer
Order
Policy
Inventory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828800"/>
            <a:ext cx="2011680" cy="283464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057400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  <a:latin typeface="Aptos"/>
              </a:rPr>
              <a:t>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697480"/>
            <a:ext cx="17373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Replacement
Refund
Verification
Adaptation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Where ResolveAI can go beyond the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029200" cy="342900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B82F6"/>
                </a:solidFill>
                <a:latin typeface="Aptos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41605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• Autonomous investigation
• Policy-aware decisions
• Real resolution actions
• Verification of outcomes
• Failure adaptation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5029200" cy="3429000"/>
          </a:xfrm>
          <a:prstGeom prst="roundRect">
            <a:avLst/>
          </a:prstGeom>
          <a:solidFill>
            <a:srgbClr val="081023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78308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2D3EE"/>
                </a:solidFill>
                <a:latin typeface="Aptos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331720"/>
            <a:ext cx="41605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• CRM &amp; enterprise integrations
• Multi-agent escalation
• Sentiment-aware support
• Resolution analytics
• Human handoff for 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40680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Aptos"/>
              </a:rPr>
              <a:t>RESOLVEAI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25312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2D3EE"/>
                </a:solidFill>
                <a:latin typeface="Aptos"/>
              </a:rPr>
              <a:t>Don't just answer. Resolve.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